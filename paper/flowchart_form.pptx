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05166F-6AE3-48BE-91FD-F30582C60D4F}" v="35" dt="2026-02-26T22:32:35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can Byrne" userId="ba73f53f-baed-4c8e-a615-a9e894ddf426" providerId="ADAL" clId="{DC6197D8-0BD7-489D-A6F0-C58DE6685096}"/>
    <pc:docChg chg="undo custSel addSld modSld">
      <pc:chgData name="Duncan Byrne" userId="ba73f53f-baed-4c8e-a615-a9e894ddf426" providerId="ADAL" clId="{DC6197D8-0BD7-489D-A6F0-C58DE6685096}" dt="2026-02-26T22:37:45.166" v="799" actId="208"/>
      <pc:docMkLst>
        <pc:docMk/>
      </pc:docMkLst>
      <pc:sldChg chg="addSp delSp modSp new mod">
        <pc:chgData name="Duncan Byrne" userId="ba73f53f-baed-4c8e-a615-a9e894ddf426" providerId="ADAL" clId="{DC6197D8-0BD7-489D-A6F0-C58DE6685096}" dt="2026-02-25T18:22:03.528" v="620" actId="1076"/>
        <pc:sldMkLst>
          <pc:docMk/>
          <pc:sldMk cId="898236692" sldId="256"/>
        </pc:sldMkLst>
        <pc:spChg chg="add mod">
          <ac:chgData name="Duncan Byrne" userId="ba73f53f-baed-4c8e-a615-a9e894ddf426" providerId="ADAL" clId="{DC6197D8-0BD7-489D-A6F0-C58DE6685096}" dt="2026-02-25T18:19:03.234" v="537" actId="1076"/>
          <ac:spMkLst>
            <pc:docMk/>
            <pc:sldMk cId="898236692" sldId="256"/>
            <ac:spMk id="2" creationId="{0774C355-FFF6-9DF4-42D5-04FA16233E19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3" creationId="{859D7F5B-1A55-C0CC-A35F-8EC4D50696D2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4" creationId="{2F4A19E7-1E7C-6E2C-9BA8-11A486AE8B39}"/>
          </ac:spMkLst>
        </pc:spChg>
        <pc:spChg chg="add mod">
          <ac:chgData name="Duncan Byrne" userId="ba73f53f-baed-4c8e-a615-a9e894ddf426" providerId="ADAL" clId="{DC6197D8-0BD7-489D-A6F0-C58DE6685096}" dt="2026-02-25T18:20:31.268" v="577" actId="1076"/>
          <ac:spMkLst>
            <pc:docMk/>
            <pc:sldMk cId="898236692" sldId="256"/>
            <ac:spMk id="5" creationId="{73CD4A57-3BB1-B371-0010-BD81AD630359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6" creationId="{49E56212-331C-DC9F-2CC6-E2085F8F3C88}"/>
          </ac:spMkLst>
        </pc:spChg>
        <pc:spChg chg="add mod">
          <ac:chgData name="Duncan Byrne" userId="ba73f53f-baed-4c8e-a615-a9e894ddf426" providerId="ADAL" clId="{DC6197D8-0BD7-489D-A6F0-C58DE6685096}" dt="2026-02-24T16:50:26.275" v="97" actId="20577"/>
          <ac:spMkLst>
            <pc:docMk/>
            <pc:sldMk cId="898236692" sldId="256"/>
            <ac:spMk id="7" creationId="{2EB1FFC6-9F82-CEE9-B61D-DB1AF56F1EDF}"/>
          </ac:spMkLst>
        </pc:spChg>
        <pc:spChg chg="add mod">
          <ac:chgData name="Duncan Byrne" userId="ba73f53f-baed-4c8e-a615-a9e894ddf426" providerId="ADAL" clId="{DC6197D8-0BD7-489D-A6F0-C58DE6685096}" dt="2026-02-25T18:20:40.641" v="594" actId="20577"/>
          <ac:spMkLst>
            <pc:docMk/>
            <pc:sldMk cId="898236692" sldId="256"/>
            <ac:spMk id="8" creationId="{2C8D2983-FE7A-7DE1-A7AA-C751A8F0E9D1}"/>
          </ac:spMkLst>
        </pc:spChg>
        <pc:spChg chg="add mod">
          <ac:chgData name="Duncan Byrne" userId="ba73f53f-baed-4c8e-a615-a9e894ddf426" providerId="ADAL" clId="{DC6197D8-0BD7-489D-A6F0-C58DE6685096}" dt="2026-02-24T16:50:37.147" v="115" actId="20577"/>
          <ac:spMkLst>
            <pc:docMk/>
            <pc:sldMk cId="898236692" sldId="256"/>
            <ac:spMk id="14" creationId="{315A1704-F60B-7049-19CD-F5FE808018B8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15" creationId="{71E986D3-C6BA-4CDA-BC63-136C6CF8E58A}"/>
          </ac:spMkLst>
        </pc:spChg>
        <pc:spChg chg="add mod">
          <ac:chgData name="Duncan Byrne" userId="ba73f53f-baed-4c8e-a615-a9e894ddf426" providerId="ADAL" clId="{DC6197D8-0BD7-489D-A6F0-C58DE6685096}" dt="2026-02-25T18:18:20.989" v="507" actId="1076"/>
          <ac:spMkLst>
            <pc:docMk/>
            <pc:sldMk cId="898236692" sldId="256"/>
            <ac:spMk id="16" creationId="{D2BFEB8D-2491-39BD-8361-8B56C7AC28A9}"/>
          </ac:spMkLst>
        </pc:spChg>
        <pc:spChg chg="add mod">
          <ac:chgData name="Duncan Byrne" userId="ba73f53f-baed-4c8e-a615-a9e894ddf426" providerId="ADAL" clId="{DC6197D8-0BD7-489D-A6F0-C58DE6685096}" dt="2026-02-24T17:01:32.574" v="367" actId="1076"/>
          <ac:spMkLst>
            <pc:docMk/>
            <pc:sldMk cId="898236692" sldId="256"/>
            <ac:spMk id="17" creationId="{93E9EDE7-6BF4-2858-9752-770ADF7EB5CA}"/>
          </ac:spMkLst>
        </pc:spChg>
        <pc:spChg chg="add mod">
          <ac:chgData name="Duncan Byrne" userId="ba73f53f-baed-4c8e-a615-a9e894ddf426" providerId="ADAL" clId="{DC6197D8-0BD7-489D-A6F0-C58DE6685096}" dt="2026-02-24T17:00:26.652" v="355" actId="1076"/>
          <ac:spMkLst>
            <pc:docMk/>
            <pc:sldMk cId="898236692" sldId="256"/>
            <ac:spMk id="31" creationId="{F2B2AA53-7D2C-3C5E-7AC8-516815C66E48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32" creationId="{51857A57-D43B-CDB5-F41F-13D7792936B6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33" creationId="{29288C5C-AD84-59C6-EEF2-9C387ACBE297}"/>
          </ac:spMkLst>
        </pc:spChg>
        <pc:spChg chg="add mod">
          <ac:chgData name="Duncan Byrne" userId="ba73f53f-baed-4c8e-a615-a9e894ddf426" providerId="ADAL" clId="{DC6197D8-0BD7-489D-A6F0-C58DE6685096}" dt="2026-02-25T18:21:20.027" v="617" actId="20577"/>
          <ac:spMkLst>
            <pc:docMk/>
            <pc:sldMk cId="898236692" sldId="256"/>
            <ac:spMk id="34" creationId="{E44B458D-D5D4-6A29-344C-863ED48190F4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43" creationId="{5A46EE4E-3C02-5137-54D4-4EBAD466160B}"/>
          </ac:spMkLst>
        </pc:spChg>
        <pc:spChg chg="add mod">
          <ac:chgData name="Duncan Byrne" userId="ba73f53f-baed-4c8e-a615-a9e894ddf426" providerId="ADAL" clId="{DC6197D8-0BD7-489D-A6F0-C58DE6685096}" dt="2026-02-25T18:18:20.989" v="507" actId="1076"/>
          <ac:spMkLst>
            <pc:docMk/>
            <pc:sldMk cId="898236692" sldId="256"/>
            <ac:spMk id="44" creationId="{7E03E8F9-20E3-D0CE-FF0E-6EB754F483BB}"/>
          </ac:spMkLst>
        </pc:spChg>
        <pc:spChg chg="add mod">
          <ac:chgData name="Duncan Byrne" userId="ba73f53f-baed-4c8e-a615-a9e894ddf426" providerId="ADAL" clId="{DC6197D8-0BD7-489D-A6F0-C58DE6685096}" dt="2026-02-24T17:00:26.652" v="355" actId="1076"/>
          <ac:spMkLst>
            <pc:docMk/>
            <pc:sldMk cId="898236692" sldId="256"/>
            <ac:spMk id="54" creationId="{EEFF38D0-E50E-0DE4-0E17-CBF91511ABBE}"/>
          </ac:spMkLst>
        </pc:spChg>
        <pc:spChg chg="add mod">
          <ac:chgData name="Duncan Byrne" userId="ba73f53f-baed-4c8e-a615-a9e894ddf426" providerId="ADAL" clId="{DC6197D8-0BD7-489D-A6F0-C58DE6685096}" dt="2026-02-25T18:18:20.989" v="507" actId="1076"/>
          <ac:spMkLst>
            <pc:docMk/>
            <pc:sldMk cId="898236692" sldId="256"/>
            <ac:spMk id="59" creationId="{1475DF7F-917D-0E4E-B9D0-A71CA961D4DD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66" creationId="{32AA3B56-FC2F-6232-28CE-DA84C98BFF3C}"/>
          </ac:spMkLst>
        </pc:spChg>
        <pc:spChg chg="add mod">
          <ac:chgData name="Duncan Byrne" userId="ba73f53f-baed-4c8e-a615-a9e894ddf426" providerId="ADAL" clId="{DC6197D8-0BD7-489D-A6F0-C58DE6685096}" dt="2026-02-25T18:18:20.989" v="507" actId="1076"/>
          <ac:spMkLst>
            <pc:docMk/>
            <pc:sldMk cId="898236692" sldId="256"/>
            <ac:spMk id="71" creationId="{D1962148-B7A0-C630-631C-3EC0E1A203D8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77" creationId="{36FC0223-25CA-FC37-7D2E-A7E6BB3374D3}"/>
          </ac:spMkLst>
        </pc:spChg>
        <pc:spChg chg="add mod">
          <ac:chgData name="Duncan Byrne" userId="ba73f53f-baed-4c8e-a615-a9e894ddf426" providerId="ADAL" clId="{DC6197D8-0BD7-489D-A6F0-C58DE6685096}" dt="2026-02-25T18:18:20.989" v="507" actId="1076"/>
          <ac:spMkLst>
            <pc:docMk/>
            <pc:sldMk cId="898236692" sldId="256"/>
            <ac:spMk id="97" creationId="{BBCBEAE3-92A0-AD6D-1F8E-260FB5170769}"/>
          </ac:spMkLst>
        </pc:spChg>
        <pc:spChg chg="add mod">
          <ac:chgData name="Duncan Byrne" userId="ba73f53f-baed-4c8e-a615-a9e894ddf426" providerId="ADAL" clId="{DC6197D8-0BD7-489D-A6F0-C58DE6685096}" dt="2026-02-25T18:18:20.989" v="507" actId="1076"/>
          <ac:spMkLst>
            <pc:docMk/>
            <pc:sldMk cId="898236692" sldId="256"/>
            <ac:spMk id="98" creationId="{E703589E-4744-7E52-2A6F-016D317B83BA}"/>
          </ac:spMkLst>
        </pc:spChg>
        <pc:spChg chg="add mod">
          <ac:chgData name="Duncan Byrne" userId="ba73f53f-baed-4c8e-a615-a9e894ddf426" providerId="ADAL" clId="{DC6197D8-0BD7-489D-A6F0-C58DE6685096}" dt="2026-02-25T18:18:24.979" v="508" actId="1076"/>
          <ac:spMkLst>
            <pc:docMk/>
            <pc:sldMk cId="898236692" sldId="256"/>
            <ac:spMk id="99" creationId="{9D4448E8-A973-066B-E386-B24670BBC253}"/>
          </ac:spMkLst>
        </pc:spChg>
        <pc:spChg chg="add mod">
          <ac:chgData name="Duncan Byrne" userId="ba73f53f-baed-4c8e-a615-a9e894ddf426" providerId="ADAL" clId="{DC6197D8-0BD7-489D-A6F0-C58DE6685096}" dt="2026-02-25T18:22:03.528" v="620" actId="1076"/>
          <ac:spMkLst>
            <pc:docMk/>
            <pc:sldMk cId="898236692" sldId="256"/>
            <ac:spMk id="126" creationId="{9948DF97-02F4-29F3-7247-802B10A8737D}"/>
          </ac:spMkLst>
        </pc:spChg>
        <pc:cxnChg chg="add mod">
          <ac:chgData name="Duncan Byrne" userId="ba73f53f-baed-4c8e-a615-a9e894ddf426" providerId="ADAL" clId="{DC6197D8-0BD7-489D-A6F0-C58DE6685096}" dt="2026-02-24T17:07:18.925" v="502" actId="1038"/>
          <ac:cxnSpMkLst>
            <pc:docMk/>
            <pc:sldMk cId="898236692" sldId="256"/>
            <ac:cxnSpMk id="9" creationId="{B0CBCB8C-BD95-B3E6-2A2E-70208CBA2704}"/>
          </ac:cxnSpMkLst>
        </pc:cxnChg>
        <pc:cxnChg chg="add mod">
          <ac:chgData name="Duncan Byrne" userId="ba73f53f-baed-4c8e-a615-a9e894ddf426" providerId="ADAL" clId="{DC6197D8-0BD7-489D-A6F0-C58DE6685096}" dt="2026-02-25T18:20:50.936" v="596" actId="14100"/>
          <ac:cxnSpMkLst>
            <pc:docMk/>
            <pc:sldMk cId="898236692" sldId="256"/>
            <ac:cxnSpMk id="11" creationId="{810215C3-521B-5945-9761-68615162F1A7}"/>
          </ac:cxnSpMkLst>
        </pc:cxnChg>
        <pc:cxnChg chg="add mod">
          <ac:chgData name="Duncan Byrne" userId="ba73f53f-baed-4c8e-a615-a9e894ddf426" providerId="ADAL" clId="{DC6197D8-0BD7-489D-A6F0-C58DE6685096}" dt="2026-02-24T16:48:37.958" v="20" actId="1076"/>
          <ac:cxnSpMkLst>
            <pc:docMk/>
            <pc:sldMk cId="898236692" sldId="256"/>
            <ac:cxnSpMk id="12" creationId="{1C688406-3755-27A9-69FB-F662A79D766C}"/>
          </ac:cxnSpMkLst>
        </pc:cxnChg>
        <pc:cxnChg chg="add mod">
          <ac:chgData name="Duncan Byrne" userId="ba73f53f-baed-4c8e-a615-a9e894ddf426" providerId="ADAL" clId="{DC6197D8-0BD7-489D-A6F0-C58DE6685096}" dt="2026-02-24T16:49:12.959" v="31" actId="14100"/>
          <ac:cxnSpMkLst>
            <pc:docMk/>
            <pc:sldMk cId="898236692" sldId="256"/>
            <ac:cxnSpMk id="19" creationId="{469C786F-3D52-E0FA-0DEE-528DD94A1704}"/>
          </ac:cxnSpMkLst>
        </pc:cxnChg>
        <pc:cxnChg chg="add mod">
          <ac:chgData name="Duncan Byrne" userId="ba73f53f-baed-4c8e-a615-a9e894ddf426" providerId="ADAL" clId="{DC6197D8-0BD7-489D-A6F0-C58DE6685096}" dt="2026-02-25T18:20:56.146" v="598" actId="14100"/>
          <ac:cxnSpMkLst>
            <pc:docMk/>
            <pc:sldMk cId="898236692" sldId="256"/>
            <ac:cxnSpMk id="20" creationId="{C3A3BA17-A486-B05A-14CB-A77AEB0C381F}"/>
          </ac:cxnSpMkLst>
        </pc:cxnChg>
        <pc:cxnChg chg="add mod">
          <ac:chgData name="Duncan Byrne" userId="ba73f53f-baed-4c8e-a615-a9e894ddf426" providerId="ADAL" clId="{DC6197D8-0BD7-489D-A6F0-C58DE6685096}" dt="2026-02-24T16:49:21.194" v="33" actId="14100"/>
          <ac:cxnSpMkLst>
            <pc:docMk/>
            <pc:sldMk cId="898236692" sldId="256"/>
            <ac:cxnSpMk id="22" creationId="{9EDCA48A-C97D-DCB0-B4BF-43819F4E2C7D}"/>
          </ac:cxnSpMkLst>
        </pc:cxnChg>
        <pc:cxnChg chg="add mod">
          <ac:chgData name="Duncan Byrne" userId="ba73f53f-baed-4c8e-a615-a9e894ddf426" providerId="ADAL" clId="{DC6197D8-0BD7-489D-A6F0-C58DE6685096}" dt="2026-02-25T18:21:01.634" v="600" actId="14100"/>
          <ac:cxnSpMkLst>
            <pc:docMk/>
            <pc:sldMk cId="898236692" sldId="256"/>
            <ac:cxnSpMk id="24" creationId="{6942F3AC-2968-2CF0-DF37-3A4944F380DA}"/>
          </ac:cxnSpMkLst>
        </pc:cxnChg>
        <pc:cxnChg chg="add mod">
          <ac:chgData name="Duncan Byrne" userId="ba73f53f-baed-4c8e-a615-a9e894ddf426" providerId="ADAL" clId="{DC6197D8-0BD7-489D-A6F0-C58DE6685096}" dt="2026-02-24T16:49:26.273" v="35" actId="14100"/>
          <ac:cxnSpMkLst>
            <pc:docMk/>
            <pc:sldMk cId="898236692" sldId="256"/>
            <ac:cxnSpMk id="25" creationId="{D6615E0E-44FF-13B6-2B39-25A26CAB74FD}"/>
          </ac:cxnSpMkLst>
        </pc:cxnChg>
        <pc:cxnChg chg="add mod">
          <ac:chgData name="Duncan Byrne" userId="ba73f53f-baed-4c8e-a615-a9e894ddf426" providerId="ADAL" clId="{DC6197D8-0BD7-489D-A6F0-C58DE6685096}" dt="2026-02-24T17:01:32.574" v="367" actId="1076"/>
          <ac:cxnSpMkLst>
            <pc:docMk/>
            <pc:sldMk cId="898236692" sldId="256"/>
            <ac:cxnSpMk id="28" creationId="{2978F3A5-72AB-41B9-2160-029D7255545C}"/>
          </ac:cxnSpMkLst>
        </pc:cxnChg>
        <pc:cxnChg chg="add mod">
          <ac:chgData name="Duncan Byrne" userId="ba73f53f-baed-4c8e-a615-a9e894ddf426" providerId="ADAL" clId="{DC6197D8-0BD7-489D-A6F0-C58DE6685096}" dt="2026-02-25T18:21:07.189" v="602" actId="14100"/>
          <ac:cxnSpMkLst>
            <pc:docMk/>
            <pc:sldMk cId="898236692" sldId="256"/>
            <ac:cxnSpMk id="29" creationId="{7E6EC84B-5BDE-1731-84B4-24442027595F}"/>
          </ac:cxnSpMkLst>
        </pc:cxnChg>
        <pc:cxnChg chg="add mod">
          <ac:chgData name="Duncan Byrne" userId="ba73f53f-baed-4c8e-a615-a9e894ddf426" providerId="ADAL" clId="{DC6197D8-0BD7-489D-A6F0-C58DE6685096}" dt="2026-02-24T16:53:29.647" v="240" actId="1076"/>
          <ac:cxnSpMkLst>
            <pc:docMk/>
            <pc:sldMk cId="898236692" sldId="256"/>
            <ac:cxnSpMk id="35" creationId="{E7844DD0-1D4E-233D-DD72-78A2C24639B8}"/>
          </ac:cxnSpMkLst>
        </pc:cxnChg>
        <pc:cxnChg chg="add mod">
          <ac:chgData name="Duncan Byrne" userId="ba73f53f-baed-4c8e-a615-a9e894ddf426" providerId="ADAL" clId="{DC6197D8-0BD7-489D-A6F0-C58DE6685096}" dt="2026-02-25T18:21:25.514" v="619" actId="14100"/>
          <ac:cxnSpMkLst>
            <pc:docMk/>
            <pc:sldMk cId="898236692" sldId="256"/>
            <ac:cxnSpMk id="37" creationId="{00C9F8FA-3529-284A-4384-CCB588F31FE8}"/>
          </ac:cxnSpMkLst>
        </pc:cxnChg>
        <pc:cxnChg chg="add mod">
          <ac:chgData name="Duncan Byrne" userId="ba73f53f-baed-4c8e-a615-a9e894ddf426" providerId="ADAL" clId="{DC6197D8-0BD7-489D-A6F0-C58DE6685096}" dt="2026-02-24T16:53:29.647" v="240" actId="1076"/>
          <ac:cxnSpMkLst>
            <pc:docMk/>
            <pc:sldMk cId="898236692" sldId="256"/>
            <ac:cxnSpMk id="38" creationId="{9C8F18D2-0498-4006-BD68-0F3EB9C03BDF}"/>
          </ac:cxnSpMkLst>
        </pc:cxnChg>
        <pc:cxnChg chg="add mod">
          <ac:chgData name="Duncan Byrne" userId="ba73f53f-baed-4c8e-a615-a9e894ddf426" providerId="ADAL" clId="{DC6197D8-0BD7-489D-A6F0-C58DE6685096}" dt="2026-02-24T17:00:15.643" v="354" actId="1076"/>
          <ac:cxnSpMkLst>
            <pc:docMk/>
            <pc:sldMk cId="898236692" sldId="256"/>
            <ac:cxnSpMk id="46" creationId="{2652650F-4101-D8B9-A27D-A3C334E48E01}"/>
          </ac:cxnSpMkLst>
        </pc:cxnChg>
        <pc:cxnChg chg="add mod">
          <ac:chgData name="Duncan Byrne" userId="ba73f53f-baed-4c8e-a615-a9e894ddf426" providerId="ADAL" clId="{DC6197D8-0BD7-489D-A6F0-C58DE6685096}" dt="2026-02-24T17:02:01.107" v="381" actId="14100"/>
          <ac:cxnSpMkLst>
            <pc:docMk/>
            <pc:sldMk cId="898236692" sldId="256"/>
            <ac:cxnSpMk id="49" creationId="{FEABEB80-1D7A-03DE-7D8B-077DD76D531E}"/>
          </ac:cxnSpMkLst>
        </pc:cxnChg>
        <pc:cxnChg chg="add mod">
          <ac:chgData name="Duncan Byrne" userId="ba73f53f-baed-4c8e-a615-a9e894ddf426" providerId="ADAL" clId="{DC6197D8-0BD7-489D-A6F0-C58DE6685096}" dt="2026-02-24T17:01:58.489" v="380" actId="14100"/>
          <ac:cxnSpMkLst>
            <pc:docMk/>
            <pc:sldMk cId="898236692" sldId="256"/>
            <ac:cxnSpMk id="52" creationId="{B0C44C9A-1B76-DDA1-67CC-AF0B9871404B}"/>
          </ac:cxnSpMkLst>
        </pc:cxnChg>
        <pc:cxnChg chg="add mod">
          <ac:chgData name="Duncan Byrne" userId="ba73f53f-baed-4c8e-a615-a9e894ddf426" providerId="ADAL" clId="{DC6197D8-0BD7-489D-A6F0-C58DE6685096}" dt="2026-02-24T17:00:15.643" v="354" actId="1076"/>
          <ac:cxnSpMkLst>
            <pc:docMk/>
            <pc:sldMk cId="898236692" sldId="256"/>
            <ac:cxnSpMk id="55" creationId="{54A9C652-0486-C8E1-CFC6-FA059F532505}"/>
          </ac:cxnSpMkLst>
        </pc:cxnChg>
        <pc:cxnChg chg="add mod">
          <ac:chgData name="Duncan Byrne" userId="ba73f53f-baed-4c8e-a615-a9e894ddf426" providerId="ADAL" clId="{DC6197D8-0BD7-489D-A6F0-C58DE6685096}" dt="2026-02-24T17:02:15.022" v="384" actId="14100"/>
          <ac:cxnSpMkLst>
            <pc:docMk/>
            <pc:sldMk cId="898236692" sldId="256"/>
            <ac:cxnSpMk id="57" creationId="{59FBB1B7-D626-7CEB-3220-6D6E98BB1F50}"/>
          </ac:cxnSpMkLst>
        </pc:cxnChg>
        <pc:cxnChg chg="add mod">
          <ac:chgData name="Duncan Byrne" userId="ba73f53f-baed-4c8e-a615-a9e894ddf426" providerId="ADAL" clId="{DC6197D8-0BD7-489D-A6F0-C58DE6685096}" dt="2026-02-24T16:56:16.918" v="313" actId="13822"/>
          <ac:cxnSpMkLst>
            <pc:docMk/>
            <pc:sldMk cId="898236692" sldId="256"/>
            <ac:cxnSpMk id="61" creationId="{32E46659-632E-FCA2-7195-97CFDA70FE8F}"/>
          </ac:cxnSpMkLst>
        </pc:cxnChg>
        <pc:cxnChg chg="add mod">
          <ac:chgData name="Duncan Byrne" userId="ba73f53f-baed-4c8e-a615-a9e894ddf426" providerId="ADAL" clId="{DC6197D8-0BD7-489D-A6F0-C58DE6685096}" dt="2026-02-24T16:56:24.640" v="316" actId="13822"/>
          <ac:cxnSpMkLst>
            <pc:docMk/>
            <pc:sldMk cId="898236692" sldId="256"/>
            <ac:cxnSpMk id="64" creationId="{2D997140-A7C4-5602-4D8F-60434546EB63}"/>
          </ac:cxnSpMkLst>
        </pc:cxnChg>
        <pc:cxnChg chg="add mod">
          <ac:chgData name="Duncan Byrne" userId="ba73f53f-baed-4c8e-a615-a9e894ddf426" providerId="ADAL" clId="{DC6197D8-0BD7-489D-A6F0-C58DE6685096}" dt="2026-02-24T17:01:05.725" v="359" actId="14100"/>
          <ac:cxnSpMkLst>
            <pc:docMk/>
            <pc:sldMk cId="898236692" sldId="256"/>
            <ac:cxnSpMk id="68" creationId="{33DDD3F3-CC15-55B3-1635-CC387D4FCC75}"/>
          </ac:cxnSpMkLst>
        </pc:cxnChg>
        <pc:cxnChg chg="add mod">
          <ac:chgData name="Duncan Byrne" userId="ba73f53f-baed-4c8e-a615-a9e894ddf426" providerId="ADAL" clId="{DC6197D8-0BD7-489D-A6F0-C58DE6685096}" dt="2026-02-24T17:01:19.295" v="364" actId="14100"/>
          <ac:cxnSpMkLst>
            <pc:docMk/>
            <pc:sldMk cId="898236692" sldId="256"/>
            <ac:cxnSpMk id="73" creationId="{F5427215-8166-0DF0-4097-62C7D481D121}"/>
          </ac:cxnSpMkLst>
        </pc:cxnChg>
        <pc:cxnChg chg="add mod">
          <ac:chgData name="Duncan Byrne" userId="ba73f53f-baed-4c8e-a615-a9e894ddf426" providerId="ADAL" clId="{DC6197D8-0BD7-489D-A6F0-C58DE6685096}" dt="2026-02-24T17:02:43.425" v="385" actId="13822"/>
          <ac:cxnSpMkLst>
            <pc:docMk/>
            <pc:sldMk cId="898236692" sldId="256"/>
            <ac:cxnSpMk id="87" creationId="{0EE13FCA-7761-BBBE-6E26-6FB6F69B86FB}"/>
          </ac:cxnSpMkLst>
        </pc:cxnChg>
        <pc:cxnChg chg="add mod">
          <ac:chgData name="Duncan Byrne" userId="ba73f53f-baed-4c8e-a615-a9e894ddf426" providerId="ADAL" clId="{DC6197D8-0BD7-489D-A6F0-C58DE6685096}" dt="2026-02-24T17:02:43.425" v="385" actId="13822"/>
          <ac:cxnSpMkLst>
            <pc:docMk/>
            <pc:sldMk cId="898236692" sldId="256"/>
            <ac:cxnSpMk id="90" creationId="{5F45D364-10F6-DC82-66FB-70B920F06B57}"/>
          </ac:cxnSpMkLst>
        </pc:cxnChg>
        <pc:cxnChg chg="add mod">
          <ac:chgData name="Duncan Byrne" userId="ba73f53f-baed-4c8e-a615-a9e894ddf426" providerId="ADAL" clId="{DC6197D8-0BD7-489D-A6F0-C58DE6685096}" dt="2026-02-24T17:05:54.268" v="476" actId="1035"/>
          <ac:cxnSpMkLst>
            <pc:docMk/>
            <pc:sldMk cId="898236692" sldId="256"/>
            <ac:cxnSpMk id="101" creationId="{4E468485-B5E1-68C1-8E21-21EACB7C65AA}"/>
          </ac:cxnSpMkLst>
        </pc:cxnChg>
        <pc:cxnChg chg="add mod">
          <ac:chgData name="Duncan Byrne" userId="ba73f53f-baed-4c8e-a615-a9e894ddf426" providerId="ADAL" clId="{DC6197D8-0BD7-489D-A6F0-C58DE6685096}" dt="2026-02-24T17:05:54.268" v="476" actId="1035"/>
          <ac:cxnSpMkLst>
            <pc:docMk/>
            <pc:sldMk cId="898236692" sldId="256"/>
            <ac:cxnSpMk id="103" creationId="{960E938D-EA84-D9AE-F800-88838CF4915F}"/>
          </ac:cxnSpMkLst>
        </pc:cxnChg>
        <pc:cxnChg chg="add mod">
          <ac:chgData name="Duncan Byrne" userId="ba73f53f-baed-4c8e-a615-a9e894ddf426" providerId="ADAL" clId="{DC6197D8-0BD7-489D-A6F0-C58DE6685096}" dt="2026-02-24T17:06:23.415" v="493" actId="14100"/>
          <ac:cxnSpMkLst>
            <pc:docMk/>
            <pc:sldMk cId="898236692" sldId="256"/>
            <ac:cxnSpMk id="107" creationId="{D3649DE1-E2FC-238C-9F06-C53164E5A0F6}"/>
          </ac:cxnSpMkLst>
        </pc:cxnChg>
        <pc:cxnChg chg="add mod">
          <ac:chgData name="Duncan Byrne" userId="ba73f53f-baed-4c8e-a615-a9e894ddf426" providerId="ADAL" clId="{DC6197D8-0BD7-489D-A6F0-C58DE6685096}" dt="2026-02-24T17:06:14.598" v="491" actId="1036"/>
          <ac:cxnSpMkLst>
            <pc:docMk/>
            <pc:sldMk cId="898236692" sldId="256"/>
            <ac:cxnSpMk id="110" creationId="{9C6B6134-BDA6-141B-A0BE-847DF37A9F4C}"/>
          </ac:cxnSpMkLst>
        </pc:cxnChg>
        <pc:cxnChg chg="add mod">
          <ac:chgData name="Duncan Byrne" userId="ba73f53f-baed-4c8e-a615-a9e894ddf426" providerId="ADAL" clId="{DC6197D8-0BD7-489D-A6F0-C58DE6685096}" dt="2026-02-24T17:06:21.446" v="492" actId="14100"/>
          <ac:cxnSpMkLst>
            <pc:docMk/>
            <pc:sldMk cId="898236692" sldId="256"/>
            <ac:cxnSpMk id="116" creationId="{57DDA8C1-152A-413B-A516-0C5C42FEC866}"/>
          </ac:cxnSpMkLst>
        </pc:cxnChg>
        <pc:cxnChg chg="add mod">
          <ac:chgData name="Duncan Byrne" userId="ba73f53f-baed-4c8e-a615-a9e894ddf426" providerId="ADAL" clId="{DC6197D8-0BD7-489D-A6F0-C58DE6685096}" dt="2026-02-24T17:05:54.268" v="476" actId="1035"/>
          <ac:cxnSpMkLst>
            <pc:docMk/>
            <pc:sldMk cId="898236692" sldId="256"/>
            <ac:cxnSpMk id="120" creationId="{EB41BAEC-DDD5-3194-1F0F-06A54F9306BD}"/>
          </ac:cxnSpMkLst>
        </pc:cxnChg>
        <pc:cxnChg chg="add mod">
          <ac:chgData name="Duncan Byrne" userId="ba73f53f-baed-4c8e-a615-a9e894ddf426" providerId="ADAL" clId="{DC6197D8-0BD7-489D-A6F0-C58DE6685096}" dt="2026-02-24T17:07:29.728" v="506" actId="14100"/>
          <ac:cxnSpMkLst>
            <pc:docMk/>
            <pc:sldMk cId="898236692" sldId="256"/>
            <ac:cxnSpMk id="129" creationId="{0C653552-82CA-E9CD-2233-A3B623334291}"/>
          </ac:cxnSpMkLst>
        </pc:cxnChg>
      </pc:sldChg>
      <pc:sldChg chg="addSp delSp modSp new mod">
        <pc:chgData name="Duncan Byrne" userId="ba73f53f-baed-4c8e-a615-a9e894ddf426" providerId="ADAL" clId="{DC6197D8-0BD7-489D-A6F0-C58DE6685096}" dt="2026-02-26T22:37:45.166" v="799" actId="208"/>
        <pc:sldMkLst>
          <pc:docMk/>
          <pc:sldMk cId="150278072" sldId="257"/>
        </pc:sldMkLst>
        <pc:spChg chg="del">
          <ac:chgData name="Duncan Byrne" userId="ba73f53f-baed-4c8e-a615-a9e894ddf426" providerId="ADAL" clId="{DC6197D8-0BD7-489D-A6F0-C58DE6685096}" dt="2026-02-26T22:27:37.204" v="622" actId="478"/>
          <ac:spMkLst>
            <pc:docMk/>
            <pc:sldMk cId="150278072" sldId="257"/>
            <ac:spMk id="2" creationId="{E1056B69-6ED8-21F4-CBB8-0315CB15C59A}"/>
          </ac:spMkLst>
        </pc:spChg>
        <pc:spChg chg="del">
          <ac:chgData name="Duncan Byrne" userId="ba73f53f-baed-4c8e-a615-a9e894ddf426" providerId="ADAL" clId="{DC6197D8-0BD7-489D-A6F0-C58DE6685096}" dt="2026-02-26T22:27:37.990" v="623" actId="478"/>
          <ac:spMkLst>
            <pc:docMk/>
            <pc:sldMk cId="150278072" sldId="257"/>
            <ac:spMk id="3" creationId="{7EE74EB2-28A8-9FFA-EEC9-7EE917F58FE6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4" creationId="{B86C7358-C7D7-4F12-143C-86C9427B8CC1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5" creationId="{5F7BAD3B-EE81-0CF9-2F77-FAE5AF3A78EC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6" creationId="{4583B1DE-6A6C-86A9-A179-68DEFB50EEE3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7" creationId="{7A52A8BE-7F04-1DAC-791B-3D6FAC306284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8" creationId="{CA4BDA62-D5A8-02E5-F632-E58E4C176610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9" creationId="{4C0AEF0C-B9EF-E8B6-4352-19E710CD7F87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10" creationId="{44C64DCC-850B-BD19-89DC-9F64060F03A9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11" creationId="{F65991AD-1A1F-26C9-9505-5DCC7CC97EE6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52" creationId="{F61228A3-E7FF-E0B5-0A2B-344D744E7769}"/>
          </ac:spMkLst>
        </pc:spChg>
        <pc:spChg chg="add mod">
          <ac:chgData name="Duncan Byrne" userId="ba73f53f-baed-4c8e-a615-a9e894ddf426" providerId="ADAL" clId="{DC6197D8-0BD7-489D-A6F0-C58DE6685096}" dt="2026-02-26T22:37:07.138" v="793" actId="1076"/>
          <ac:spMkLst>
            <pc:docMk/>
            <pc:sldMk cId="150278072" sldId="257"/>
            <ac:spMk id="55" creationId="{4E144D89-A824-F574-A9D7-0D3DDA9587A3}"/>
          </ac:spMkLst>
        </pc:spChg>
        <pc:spChg chg="add mod">
          <ac:chgData name="Duncan Byrne" userId="ba73f53f-baed-4c8e-a615-a9e894ddf426" providerId="ADAL" clId="{DC6197D8-0BD7-489D-A6F0-C58DE6685096}" dt="2026-02-26T22:37:25.531" v="796" actId="208"/>
          <ac:spMkLst>
            <pc:docMk/>
            <pc:sldMk cId="150278072" sldId="257"/>
            <ac:spMk id="56" creationId="{CF6AF8BE-A155-3769-E0B2-D485801F9D4A}"/>
          </ac:spMkLst>
        </pc:spChg>
        <pc:spChg chg="add mod">
          <ac:chgData name="Duncan Byrne" userId="ba73f53f-baed-4c8e-a615-a9e894ddf426" providerId="ADAL" clId="{DC6197D8-0BD7-489D-A6F0-C58DE6685096}" dt="2026-02-26T22:37:45.166" v="799" actId="208"/>
          <ac:spMkLst>
            <pc:docMk/>
            <pc:sldMk cId="150278072" sldId="257"/>
            <ac:spMk id="57" creationId="{2835966A-84F2-7F09-C9B2-AB130704BEC2}"/>
          </ac:spMkLst>
        </pc:spChg>
        <pc:cxnChg chg="add mod">
          <ac:chgData name="Duncan Byrne" userId="ba73f53f-baed-4c8e-a615-a9e894ddf426" providerId="ADAL" clId="{DC6197D8-0BD7-489D-A6F0-C58DE6685096}" dt="2026-02-26T22:33:18.303" v="763" actId="14100"/>
          <ac:cxnSpMkLst>
            <pc:docMk/>
            <pc:sldMk cId="150278072" sldId="257"/>
            <ac:cxnSpMk id="13" creationId="{07AA6709-4D44-0BEA-64E5-85B6BA59BFAB}"/>
          </ac:cxnSpMkLst>
        </pc:cxnChg>
        <pc:cxnChg chg="add mod">
          <ac:chgData name="Duncan Byrne" userId="ba73f53f-baed-4c8e-a615-a9e894ddf426" providerId="ADAL" clId="{DC6197D8-0BD7-489D-A6F0-C58DE6685096}" dt="2026-02-26T22:35:44.268" v="787" actId="1076"/>
          <ac:cxnSpMkLst>
            <pc:docMk/>
            <pc:sldMk cId="150278072" sldId="257"/>
            <ac:cxnSpMk id="16" creationId="{2D2569F8-C115-B148-AA6F-3BCE32F1FC34}"/>
          </ac:cxnSpMkLst>
        </pc:cxnChg>
        <pc:cxnChg chg="add mod">
          <ac:chgData name="Duncan Byrne" userId="ba73f53f-baed-4c8e-a615-a9e894ddf426" providerId="ADAL" clId="{DC6197D8-0BD7-489D-A6F0-C58DE6685096}" dt="2026-02-26T22:34:10.501" v="781" actId="1076"/>
          <ac:cxnSpMkLst>
            <pc:docMk/>
            <pc:sldMk cId="150278072" sldId="257"/>
            <ac:cxnSpMk id="19" creationId="{5F64D1A1-BB21-E8C2-133C-7E4AC2EEAC4B}"/>
          </ac:cxnSpMkLst>
        </pc:cxnChg>
        <pc:cxnChg chg="add mod">
          <ac:chgData name="Duncan Byrne" userId="ba73f53f-baed-4c8e-a615-a9e894ddf426" providerId="ADAL" clId="{DC6197D8-0BD7-489D-A6F0-C58DE6685096}" dt="2026-02-26T22:35:56.021" v="788" actId="1076"/>
          <ac:cxnSpMkLst>
            <pc:docMk/>
            <pc:sldMk cId="150278072" sldId="257"/>
            <ac:cxnSpMk id="22" creationId="{0669C622-4885-0884-F04B-753A5CFFFF8F}"/>
          </ac:cxnSpMkLst>
        </pc:cxnChg>
        <pc:cxnChg chg="add mod">
          <ac:chgData name="Duncan Byrne" userId="ba73f53f-baed-4c8e-a615-a9e894ddf426" providerId="ADAL" clId="{DC6197D8-0BD7-489D-A6F0-C58DE6685096}" dt="2026-02-26T22:33:38.749" v="771" actId="14100"/>
          <ac:cxnSpMkLst>
            <pc:docMk/>
            <pc:sldMk cId="150278072" sldId="257"/>
            <ac:cxnSpMk id="25" creationId="{1A5926BE-4921-F3F0-521D-848597F98C34}"/>
          </ac:cxnSpMkLst>
        </pc:cxnChg>
        <pc:cxnChg chg="add mod">
          <ac:chgData name="Duncan Byrne" userId="ba73f53f-baed-4c8e-a615-a9e894ddf426" providerId="ADAL" clId="{DC6197D8-0BD7-489D-A6F0-C58DE6685096}" dt="2026-02-26T22:33:43.927" v="773" actId="14100"/>
          <ac:cxnSpMkLst>
            <pc:docMk/>
            <pc:sldMk cId="150278072" sldId="257"/>
            <ac:cxnSpMk id="28" creationId="{A1A4A922-C4F9-C3FF-86C0-E6F3D8BBC2EB}"/>
          </ac:cxnSpMkLst>
        </pc:cxnChg>
        <pc:cxnChg chg="add mod">
          <ac:chgData name="Duncan Byrne" userId="ba73f53f-baed-4c8e-a615-a9e894ddf426" providerId="ADAL" clId="{DC6197D8-0BD7-489D-A6F0-C58DE6685096}" dt="2026-02-26T22:34:07.616" v="780" actId="1076"/>
          <ac:cxnSpMkLst>
            <pc:docMk/>
            <pc:sldMk cId="150278072" sldId="257"/>
            <ac:cxnSpMk id="31" creationId="{EA976DBF-6F1D-E923-AF66-58EC4AC70672}"/>
          </ac:cxnSpMkLst>
        </pc:cxnChg>
        <pc:cxnChg chg="add mod">
          <ac:chgData name="Duncan Byrne" userId="ba73f53f-baed-4c8e-a615-a9e894ddf426" providerId="ADAL" clId="{DC6197D8-0BD7-489D-A6F0-C58DE6685096}" dt="2026-02-26T22:35:44.268" v="787" actId="1076"/>
          <ac:cxnSpMkLst>
            <pc:docMk/>
            <pc:sldMk cId="150278072" sldId="257"/>
            <ac:cxnSpMk id="34" creationId="{7BB52E22-7D7E-E763-B586-F6E40C5A56FC}"/>
          </ac:cxnSpMkLst>
        </pc:cxnChg>
        <pc:cxnChg chg="add mod">
          <ac:chgData name="Duncan Byrne" userId="ba73f53f-baed-4c8e-a615-a9e894ddf426" providerId="ADAL" clId="{DC6197D8-0BD7-489D-A6F0-C58DE6685096}" dt="2026-02-26T22:35:44.268" v="787" actId="1076"/>
          <ac:cxnSpMkLst>
            <pc:docMk/>
            <pc:sldMk cId="150278072" sldId="257"/>
            <ac:cxnSpMk id="37" creationId="{833F6719-D817-EA79-EA87-BD1C2EC2C4BE}"/>
          </ac:cxnSpMkLst>
        </pc:cxnChg>
        <pc:cxnChg chg="add del mod">
          <ac:chgData name="Duncan Byrne" userId="ba73f53f-baed-4c8e-a615-a9e894ddf426" providerId="ADAL" clId="{DC6197D8-0BD7-489D-A6F0-C58DE6685096}" dt="2026-02-26T22:36:17.245" v="791" actId="478"/>
          <ac:cxnSpMkLst>
            <pc:docMk/>
            <pc:sldMk cId="150278072" sldId="257"/>
            <ac:cxnSpMk id="54" creationId="{8C2D2F13-B888-744A-447F-155FE8E8554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BEC6-3101-901A-9063-D4837663E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1A7A7-0853-21A5-A77D-687E123F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66D6-0761-6C47-7400-F6FB63BE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F5FA0-53CD-6BB0-8F05-51D2990D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CFD8-C91A-AAB0-80A4-F50B8BE0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50DD-6B7E-B42F-FD93-235C6D39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16EA6-ABE6-9E86-B949-F6BE0FD1F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063F7-B163-95D0-C790-91584D1BD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9FE9-C104-89C8-271B-DDB599C8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FEB30-AC69-3E48-AF89-CD72F2D9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6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D690-ACF3-048E-4ABD-E6ACC5E7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73760-491B-5197-C339-0AE741634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0D605-A2DE-9E7D-BE59-C963E03C5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511B-01A8-337F-8825-AC00CFC5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3BAC-62BB-BD66-6465-BA00152C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08C2-BE2B-7A2F-2E52-24DBF51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D5816-8DBC-9407-0550-F092D01AD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CB688-BC93-0665-5920-0D46BD0E2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40623-DB58-3B82-26DA-D589E2B6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65696-346F-C09C-2E1C-2046A7D1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B11AD-0E8B-35E6-DCA6-5BD5C449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5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0FEE-3AA1-9EEA-F1CE-74D36957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C69DB-7230-A334-FBD6-1BCE619ED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75167-49F0-28B8-81F5-550925CC3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66127-F765-C653-3605-AC07C6C4D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B7ED8-9BFD-B2E3-57F5-18658FB35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F1956-DE24-79F7-601A-5F09BA1A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6AC3C-60F6-9912-E307-1D00D783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3DAE9-F87A-FDD1-04ED-71A8272B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9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E4F8-7EEF-F62B-1C24-A1236D86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AA099-0E85-EF3F-C1F0-29D63ADD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2DAC0-2686-B73F-3D34-3D751E78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736E1-CF3E-B778-C86D-5B1FC2D3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63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7708E-9B3A-A5CC-0907-B6DC156B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7C426-0AEE-EF6C-3426-4A0B57FC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F9E12-C04B-62EA-EE08-EC5A229A8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8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454A2-4D38-F6C5-5451-CCF535EB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2ACCE-3743-5634-66FF-74D0E0071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4326D-3BFA-E6EB-668B-9EAC7B88F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F9CAC-6C7E-6D67-C28A-4A07A78C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C5AD0-F038-E0EA-F2ED-9DBB012F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0C08-40E4-EFF8-7FD6-0339E747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6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FD6A-FBFA-7EB2-0EDD-6F200B0EA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5E1944-DC82-770D-090D-F2669EFAD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2EC2B-FBD8-3AA7-987A-6A6677A95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17CFD-B598-7ED5-C59A-8F82B834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34301-A65A-3FAF-5F69-FC85BA47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DD3E4-638B-2557-A460-E7FB4C73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9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7CDA-8CC5-CC77-FBFB-CA4165360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D9772-BA48-8D86-AB5F-D9F3E12C7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093A6-B034-F51B-E96C-6BE7B617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B84EC-0A79-B1EC-1CBD-90764B53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E3F34-71DA-E461-268B-9D48DB21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5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68B54-E7A4-C7F1-6908-09DD23AD5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99CFC-58D5-7888-7682-C58077B3A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D4B79-99AB-B784-6075-2DA810C0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B2F5-CA4B-81D1-BB81-E3E7B7D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0DD7-76A6-1D25-A838-F559D120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2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639EE-3450-4E9E-B4ED-3D26D95E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0B64F-6391-98F6-21B4-9AD8FC186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8C46-5DED-4BE2-FC98-4BE3DCF77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860CC-4E9B-437B-94A3-8D909AE2F57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CB03E-E313-6405-8DB2-E9E9B29AC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E1EB1-635F-5D47-7A25-3C24B76A9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1B886-F91D-4039-AF64-1463F424A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1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4A19E7-1E7C-6E2C-9BA8-11A486AE8B39}"/>
              </a:ext>
            </a:extLst>
          </p:cNvPr>
          <p:cNvSpPr/>
          <p:nvPr/>
        </p:nvSpPr>
        <p:spPr>
          <a:xfrm>
            <a:off x="2354199" y="140817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Restrict Facets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E56212-331C-DC9F-2CC6-E2085F8F3C88}"/>
              </a:ext>
            </a:extLst>
          </p:cNvPr>
          <p:cNvSpPr/>
          <p:nvPr/>
        </p:nvSpPr>
        <p:spPr>
          <a:xfrm>
            <a:off x="4596384" y="140817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 Rays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1FFC6-9F82-CEE9-B61D-DB1AF56F1EDF}"/>
              </a:ext>
            </a:extLst>
          </p:cNvPr>
          <p:cNvSpPr/>
          <p:nvPr/>
        </p:nvSpPr>
        <p:spPr>
          <a:xfrm>
            <a:off x="6964680" y="140817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Refracted Rays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CBCB8C-BD95-B3E6-2A2E-70208CBA270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954399" y="1815084"/>
            <a:ext cx="6419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688406-3755-27A9-69FB-F662A79D766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196584" y="1815084"/>
            <a:ext cx="768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15A1704-F60B-7049-19CD-F5FE808018B8}"/>
              </a:ext>
            </a:extLst>
          </p:cNvPr>
          <p:cNvSpPr/>
          <p:nvPr/>
        </p:nvSpPr>
        <p:spPr>
          <a:xfrm>
            <a:off x="9352788" y="140817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Reflected Energy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E986D3-C6BA-4CDA-BC63-136C6CF8E58A}"/>
              </a:ext>
            </a:extLst>
          </p:cNvPr>
          <p:cNvSpPr/>
          <p:nvPr/>
        </p:nvSpPr>
        <p:spPr>
          <a:xfrm>
            <a:off x="9352788" y="2569464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Refl</a:t>
            </a:r>
            <a:r>
              <a:rPr lang="en-US" dirty="0"/>
              <a:t> Phasors &amp; Bins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FEB8D-2491-39BD-8361-8B56C7AC28A9}"/>
              </a:ext>
            </a:extLst>
          </p:cNvPr>
          <p:cNvSpPr/>
          <p:nvPr/>
        </p:nvSpPr>
        <p:spPr>
          <a:xfrm>
            <a:off x="9352788" y="3730752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Refl</a:t>
            </a:r>
            <a:r>
              <a:rPr lang="en-US" dirty="0"/>
              <a:t> Phasor Trace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E9EDE7-6BF4-2858-9752-770ADF7EB5CA}"/>
              </a:ext>
            </a:extLst>
          </p:cNvPr>
          <p:cNvSpPr/>
          <p:nvPr/>
        </p:nvSpPr>
        <p:spPr>
          <a:xfrm>
            <a:off x="9352788" y="511149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Refl</a:t>
            </a:r>
            <a:r>
              <a:rPr lang="en-US" dirty="0"/>
              <a:t> Convolution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9C786F-3D52-E0FA-0DEE-528DD94A1704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8564880" y="1815084"/>
            <a:ext cx="7879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DCA48A-C97D-DCB0-B4BF-43819F4E2C7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152888" y="2221992"/>
            <a:ext cx="0" cy="347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615E0E-44FF-13B6-2B39-25A26CAB74FD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10152888" y="3383280"/>
            <a:ext cx="0" cy="347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978F3A5-72AB-41B9-2160-029D7255545C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152888" y="4544568"/>
            <a:ext cx="0" cy="566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2B2AA53-7D2C-3C5E-7AC8-516815C66E48}"/>
              </a:ext>
            </a:extLst>
          </p:cNvPr>
          <p:cNvSpPr/>
          <p:nvPr/>
        </p:nvSpPr>
        <p:spPr>
          <a:xfrm>
            <a:off x="2353056" y="2441448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within Aperture?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857A57-D43B-CDB5-F41F-13D7792936B6}"/>
              </a:ext>
            </a:extLst>
          </p:cNvPr>
          <p:cNvSpPr/>
          <p:nvPr/>
        </p:nvSpPr>
        <p:spPr>
          <a:xfrm>
            <a:off x="1737360" y="3493008"/>
            <a:ext cx="1042416" cy="35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288C5C-AD84-59C6-EEF2-9C387ACBE297}"/>
              </a:ext>
            </a:extLst>
          </p:cNvPr>
          <p:cNvSpPr/>
          <p:nvPr/>
        </p:nvSpPr>
        <p:spPr>
          <a:xfrm>
            <a:off x="3273552" y="3493008"/>
            <a:ext cx="1042416" cy="35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844DD0-1D4E-233D-DD72-78A2C24639B8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flipH="1">
            <a:off x="2258568" y="3255264"/>
            <a:ext cx="894588" cy="237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8F18D2-0498-4006-BD68-0F3EB9C03BDF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3153156" y="3255264"/>
            <a:ext cx="641604" cy="237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A46EE4E-3C02-5137-54D4-4EBAD466160B}"/>
              </a:ext>
            </a:extLst>
          </p:cNvPr>
          <p:cNvSpPr/>
          <p:nvPr/>
        </p:nvSpPr>
        <p:spPr>
          <a:xfrm flipH="1">
            <a:off x="1711452" y="2715768"/>
            <a:ext cx="641604" cy="777240"/>
          </a:xfrm>
          <a:custGeom>
            <a:avLst/>
            <a:gdLst>
              <a:gd name="csX0" fmla="*/ 356616 w 652102"/>
              <a:gd name="csY0" fmla="*/ 777240 h 777240"/>
              <a:gd name="csX1" fmla="*/ 640080 w 652102"/>
              <a:gd name="csY1" fmla="*/ 320040 h 777240"/>
              <a:gd name="csX2" fmla="*/ 0 w 652102"/>
              <a:gd name="csY2" fmla="*/ 0 h 777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2102" h="777240">
                <a:moveTo>
                  <a:pt x="356616" y="777240"/>
                </a:moveTo>
                <a:cubicBezTo>
                  <a:pt x="528066" y="613410"/>
                  <a:pt x="699516" y="449580"/>
                  <a:pt x="640080" y="320040"/>
                </a:cubicBezTo>
                <a:cubicBezTo>
                  <a:pt x="580644" y="190500"/>
                  <a:pt x="290322" y="9525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03E8F9-20E3-D0CE-FF0E-6EB754F483BB}"/>
              </a:ext>
            </a:extLst>
          </p:cNvPr>
          <p:cNvSpPr/>
          <p:nvPr/>
        </p:nvSpPr>
        <p:spPr>
          <a:xfrm>
            <a:off x="4871466" y="3035808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 Energy In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52650F-4101-D8B9-A27D-A3C334E48E01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4315968" y="3662172"/>
            <a:ext cx="555498" cy="9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ABEB80-1D7A-03DE-7D8B-077DD76D531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471666" y="2221992"/>
            <a:ext cx="1293114" cy="813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C44C9A-1B76-DDA1-67CC-AF0B9871404B}"/>
              </a:ext>
            </a:extLst>
          </p:cNvPr>
          <p:cNvCxnSpPr>
            <a:cxnSpLocks/>
          </p:cNvCxnSpPr>
          <p:nvPr/>
        </p:nvCxnSpPr>
        <p:spPr>
          <a:xfrm flipH="1">
            <a:off x="6471666" y="2221992"/>
            <a:ext cx="2881122" cy="813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EEFF38D0-E50E-0DE4-0E17-CBF91511ABBE}"/>
              </a:ext>
            </a:extLst>
          </p:cNvPr>
          <p:cNvSpPr/>
          <p:nvPr/>
        </p:nvSpPr>
        <p:spPr>
          <a:xfrm>
            <a:off x="6964680" y="3035808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 Energy Out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4A9C652-0486-C8E1-CFC6-FA059F532505}"/>
              </a:ext>
            </a:extLst>
          </p:cNvPr>
          <p:cNvCxnSpPr>
            <a:cxnSpLocks/>
          </p:cNvCxnSpPr>
          <p:nvPr/>
        </p:nvCxnSpPr>
        <p:spPr>
          <a:xfrm flipV="1">
            <a:off x="6407277" y="3657600"/>
            <a:ext cx="555498" cy="9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9FBB1B7-D626-7CEB-3220-6D6E98BB1F5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396484" y="2221992"/>
            <a:ext cx="1588008" cy="825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475DF7F-917D-0E4E-B9D0-A71CA961D4DD}"/>
              </a:ext>
            </a:extLst>
          </p:cNvPr>
          <p:cNvSpPr/>
          <p:nvPr/>
        </p:nvSpPr>
        <p:spPr>
          <a:xfrm>
            <a:off x="5884926" y="4064508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 Phasors &amp; Bins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2E46659-632E-FCA2-7195-97CFDA70FE8F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5671566" y="3849624"/>
            <a:ext cx="213360" cy="21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D997140-A7C4-5602-4D8F-60434546EB63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7485126" y="3849624"/>
            <a:ext cx="279654" cy="214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2AA3B56-FC2F-6232-28CE-DA84C98BFF3C}"/>
              </a:ext>
            </a:extLst>
          </p:cNvPr>
          <p:cNvSpPr/>
          <p:nvPr/>
        </p:nvSpPr>
        <p:spPr>
          <a:xfrm>
            <a:off x="3867912" y="4064508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 Phasor Trace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3DDD3F3-CC15-55B3-1635-CC387D4FCC75}"/>
              </a:ext>
            </a:extLst>
          </p:cNvPr>
          <p:cNvCxnSpPr>
            <a:cxnSpLocks/>
            <a:stCxn id="59" idx="1"/>
          </p:cNvCxnSpPr>
          <p:nvPr/>
        </p:nvCxnSpPr>
        <p:spPr>
          <a:xfrm flipH="1">
            <a:off x="5468112" y="4471416"/>
            <a:ext cx="4168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D1962148-B7A0-C630-631C-3EC0E1A203D8}"/>
              </a:ext>
            </a:extLst>
          </p:cNvPr>
          <p:cNvSpPr/>
          <p:nvPr/>
        </p:nvSpPr>
        <p:spPr>
          <a:xfrm>
            <a:off x="3867912" y="511149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 Convolution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5427215-8166-0DF0-4097-62C7D481D121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4668012" y="4878324"/>
            <a:ext cx="0" cy="224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36FC0223-25CA-FC37-7D2E-A7E6BB3374D3}"/>
              </a:ext>
            </a:extLst>
          </p:cNvPr>
          <p:cNvSpPr/>
          <p:nvPr/>
        </p:nvSpPr>
        <p:spPr>
          <a:xfrm>
            <a:off x="6685026" y="511149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 Trace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EE13FCA-7761-BBBE-6E26-6FB6F69B86FB}"/>
              </a:ext>
            </a:extLst>
          </p:cNvPr>
          <p:cNvCxnSpPr>
            <a:cxnSpLocks/>
            <a:stCxn id="71" idx="3"/>
            <a:endCxn id="77" idx="1"/>
          </p:cNvCxnSpPr>
          <p:nvPr/>
        </p:nvCxnSpPr>
        <p:spPr>
          <a:xfrm>
            <a:off x="5468112" y="5518404"/>
            <a:ext cx="1216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F45D364-10F6-DC82-66FB-70B920F06B57}"/>
              </a:ext>
            </a:extLst>
          </p:cNvPr>
          <p:cNvCxnSpPr>
            <a:cxnSpLocks/>
            <a:stCxn id="17" idx="1"/>
            <a:endCxn id="77" idx="3"/>
          </p:cNvCxnSpPr>
          <p:nvPr/>
        </p:nvCxnSpPr>
        <p:spPr>
          <a:xfrm flipH="1">
            <a:off x="8285226" y="5518404"/>
            <a:ext cx="1067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BBCBEAE3-92A0-AD6D-1F8E-260FB5170769}"/>
              </a:ext>
            </a:extLst>
          </p:cNvPr>
          <p:cNvSpPr/>
          <p:nvPr/>
        </p:nvSpPr>
        <p:spPr>
          <a:xfrm>
            <a:off x="1329054" y="2715768"/>
            <a:ext cx="2520570" cy="2788920"/>
          </a:xfrm>
          <a:custGeom>
            <a:avLst/>
            <a:gdLst>
              <a:gd name="csX0" fmla="*/ 2520570 w 2520570"/>
              <a:gd name="csY0" fmla="*/ 2788920 h 2788920"/>
              <a:gd name="csX1" fmla="*/ 124842 w 2520570"/>
              <a:gd name="csY1" fmla="*/ 1389888 h 2788920"/>
              <a:gd name="csX2" fmla="*/ 408306 w 2520570"/>
              <a:gd name="csY2" fmla="*/ 219456 h 2788920"/>
              <a:gd name="csX3" fmla="*/ 1002666 w 2520570"/>
              <a:gd name="csY3" fmla="*/ 0 h 2788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520570" h="2788920">
                <a:moveTo>
                  <a:pt x="2520570" y="2788920"/>
                </a:moveTo>
                <a:cubicBezTo>
                  <a:pt x="1498728" y="2303526"/>
                  <a:pt x="476886" y="1818132"/>
                  <a:pt x="124842" y="1389888"/>
                </a:cubicBezTo>
                <a:cubicBezTo>
                  <a:pt x="-227202" y="961644"/>
                  <a:pt x="262002" y="451104"/>
                  <a:pt x="408306" y="219456"/>
                </a:cubicBezTo>
                <a:cubicBezTo>
                  <a:pt x="554610" y="-12192"/>
                  <a:pt x="874650" y="28956"/>
                  <a:pt x="100266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703589E-4744-7E52-2A6F-016D317B83BA}"/>
              </a:ext>
            </a:extLst>
          </p:cNvPr>
          <p:cNvSpPr/>
          <p:nvPr/>
        </p:nvSpPr>
        <p:spPr>
          <a:xfrm>
            <a:off x="9070848" y="1280160"/>
            <a:ext cx="2212845" cy="4882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D4448E8-A973-066B-E386-B24670BBC253}"/>
              </a:ext>
            </a:extLst>
          </p:cNvPr>
          <p:cNvSpPr txBox="1"/>
          <p:nvPr/>
        </p:nvSpPr>
        <p:spPr>
          <a:xfrm>
            <a:off x="9180576" y="1015931"/>
            <a:ext cx="2212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Reflected energy trace calcs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E468485-B5E1-68C1-8E21-21EACB7C65AA}"/>
              </a:ext>
            </a:extLst>
          </p:cNvPr>
          <p:cNvCxnSpPr>
            <a:cxnSpLocks/>
          </p:cNvCxnSpPr>
          <p:nvPr/>
        </p:nvCxnSpPr>
        <p:spPr>
          <a:xfrm flipH="1">
            <a:off x="1140714" y="2319528"/>
            <a:ext cx="20574" cy="376731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60E938D-EA84-D9AE-F800-88838CF4915F}"/>
              </a:ext>
            </a:extLst>
          </p:cNvPr>
          <p:cNvCxnSpPr>
            <a:cxnSpLocks/>
          </p:cNvCxnSpPr>
          <p:nvPr/>
        </p:nvCxnSpPr>
        <p:spPr>
          <a:xfrm>
            <a:off x="1159383" y="2319528"/>
            <a:ext cx="76596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3649DE1-E2FC-238C-9F06-C53164E5A0F6}"/>
              </a:ext>
            </a:extLst>
          </p:cNvPr>
          <p:cNvCxnSpPr>
            <a:cxnSpLocks/>
          </p:cNvCxnSpPr>
          <p:nvPr/>
        </p:nvCxnSpPr>
        <p:spPr>
          <a:xfrm>
            <a:off x="8819007" y="2319528"/>
            <a:ext cx="0" cy="261670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C6B6134-BDA6-141B-A0BE-847DF37A9F4C}"/>
              </a:ext>
            </a:extLst>
          </p:cNvPr>
          <p:cNvCxnSpPr>
            <a:cxnSpLocks/>
          </p:cNvCxnSpPr>
          <p:nvPr/>
        </p:nvCxnSpPr>
        <p:spPr>
          <a:xfrm flipH="1">
            <a:off x="5719953" y="4936236"/>
            <a:ext cx="30990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7DDA8C1-152A-413B-A516-0C5C42FEC866}"/>
              </a:ext>
            </a:extLst>
          </p:cNvPr>
          <p:cNvCxnSpPr>
            <a:cxnSpLocks/>
          </p:cNvCxnSpPr>
          <p:nvPr/>
        </p:nvCxnSpPr>
        <p:spPr>
          <a:xfrm flipV="1">
            <a:off x="5719952" y="4936236"/>
            <a:ext cx="0" cy="115061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B41BAEC-DDD5-3194-1F0F-06A54F9306BD}"/>
              </a:ext>
            </a:extLst>
          </p:cNvPr>
          <p:cNvCxnSpPr>
            <a:cxnSpLocks/>
          </p:cNvCxnSpPr>
          <p:nvPr/>
        </p:nvCxnSpPr>
        <p:spPr>
          <a:xfrm flipH="1">
            <a:off x="1140714" y="6086847"/>
            <a:ext cx="4579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948DF97-02F4-29F3-7247-802B10A8737D}"/>
              </a:ext>
            </a:extLst>
          </p:cNvPr>
          <p:cNvSpPr txBox="1"/>
          <p:nvPr/>
        </p:nvSpPr>
        <p:spPr>
          <a:xfrm>
            <a:off x="1246633" y="5798425"/>
            <a:ext cx="2212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Refracted energy trace calcs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C653552-82CA-E9CD-2233-A3B623334291}"/>
              </a:ext>
            </a:extLst>
          </p:cNvPr>
          <p:cNvCxnSpPr>
            <a:cxnSpLocks/>
            <a:stCxn id="4" idx="2"/>
            <a:endCxn id="31" idx="0"/>
          </p:cNvCxnSpPr>
          <p:nvPr/>
        </p:nvCxnSpPr>
        <p:spPr>
          <a:xfrm flipH="1">
            <a:off x="3153156" y="2221992"/>
            <a:ext cx="1143" cy="219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774C355-FFF6-9DF4-42D5-04FA16233E19}"/>
              </a:ext>
            </a:extLst>
          </p:cNvPr>
          <p:cNvSpPr/>
          <p:nvPr/>
        </p:nvSpPr>
        <p:spPr>
          <a:xfrm>
            <a:off x="7312152" y="791721"/>
            <a:ext cx="905256" cy="320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Attenuation Geometry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9D7F5B-1A55-C0CC-A35F-8EC4D50696D2}"/>
              </a:ext>
            </a:extLst>
          </p:cNvPr>
          <p:cNvSpPr/>
          <p:nvPr/>
        </p:nvSpPr>
        <p:spPr>
          <a:xfrm>
            <a:off x="2705862" y="796292"/>
            <a:ext cx="905256" cy="320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D4A57-3BB1-B371-0010-BD81AD630359}"/>
              </a:ext>
            </a:extLst>
          </p:cNvPr>
          <p:cNvSpPr/>
          <p:nvPr/>
        </p:nvSpPr>
        <p:spPr>
          <a:xfrm>
            <a:off x="1456755" y="796292"/>
            <a:ext cx="905256" cy="320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Facets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8D2983-FE7A-7DE1-A7AA-C751A8F0E9D1}"/>
              </a:ext>
            </a:extLst>
          </p:cNvPr>
          <p:cNvSpPr/>
          <p:nvPr/>
        </p:nvSpPr>
        <p:spPr>
          <a:xfrm>
            <a:off x="3953256" y="786384"/>
            <a:ext cx="905256" cy="320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Params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0215C3-521B-5945-9761-68615162F1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909383" y="1116330"/>
            <a:ext cx="452628" cy="301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A3BA17-A486-B05A-14CB-A77AEB0C381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3154299" y="1116330"/>
            <a:ext cx="4191" cy="291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42F3AC-2968-2CF0-DF37-3A4944F380DA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944112" y="1106422"/>
            <a:ext cx="461772" cy="311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6EC84B-5BDE-1731-84B4-24442027595F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7764780" y="1111759"/>
            <a:ext cx="0" cy="296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44B458D-D5D4-6A29-344C-863ED48190F4}"/>
              </a:ext>
            </a:extLst>
          </p:cNvPr>
          <p:cNvSpPr/>
          <p:nvPr/>
        </p:nvSpPr>
        <p:spPr>
          <a:xfrm>
            <a:off x="1186434" y="1901954"/>
            <a:ext cx="905256" cy="320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Targets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0C9F8FA-3529-284A-4384-CCB588F31FE8}"/>
              </a:ext>
            </a:extLst>
          </p:cNvPr>
          <p:cNvCxnSpPr>
            <a:cxnSpLocks/>
            <a:stCxn id="34" idx="2"/>
            <a:endCxn id="97" idx="3"/>
          </p:cNvCxnSpPr>
          <p:nvPr/>
        </p:nvCxnSpPr>
        <p:spPr>
          <a:xfrm>
            <a:off x="1639062" y="2221992"/>
            <a:ext cx="692658" cy="493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23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7358-C7D7-4F12-143C-86C9427B8CC1}"/>
              </a:ext>
            </a:extLst>
          </p:cNvPr>
          <p:cNvSpPr/>
          <p:nvPr/>
        </p:nvSpPr>
        <p:spPr>
          <a:xfrm>
            <a:off x="5391912" y="470916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Restrict Facets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7BAD3B-EE81-0CF9-2F77-FAE5AF3A78EC}"/>
              </a:ext>
            </a:extLst>
          </p:cNvPr>
          <p:cNvSpPr/>
          <p:nvPr/>
        </p:nvSpPr>
        <p:spPr>
          <a:xfrm>
            <a:off x="5391912" y="1592580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 Geom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3B1DE-6A6C-86A9-A179-68DEFB50EEE3}"/>
              </a:ext>
            </a:extLst>
          </p:cNvPr>
          <p:cNvSpPr/>
          <p:nvPr/>
        </p:nvSpPr>
        <p:spPr>
          <a:xfrm>
            <a:off x="4390644" y="2714244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Refl</a:t>
            </a:r>
            <a:r>
              <a:rPr lang="en-US" dirty="0"/>
              <a:t> Energy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2A8BE-7F04-1DAC-791B-3D6FAC306284}"/>
              </a:ext>
            </a:extLst>
          </p:cNvPr>
          <p:cNvSpPr/>
          <p:nvPr/>
        </p:nvSpPr>
        <p:spPr>
          <a:xfrm>
            <a:off x="6455664" y="2714244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 Energy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4BDA62-D5A8-02E5-F632-E58E4C176610}"/>
              </a:ext>
            </a:extLst>
          </p:cNvPr>
          <p:cNvSpPr/>
          <p:nvPr/>
        </p:nvSpPr>
        <p:spPr>
          <a:xfrm>
            <a:off x="4390644" y="3714369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0AEF0C-B9EF-E8B6-4352-19E710CD7F87}"/>
              </a:ext>
            </a:extLst>
          </p:cNvPr>
          <p:cNvSpPr/>
          <p:nvPr/>
        </p:nvSpPr>
        <p:spPr>
          <a:xfrm>
            <a:off x="6455664" y="3714369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C64DCC-850B-BD19-89DC-9F64060F03A9}"/>
              </a:ext>
            </a:extLst>
          </p:cNvPr>
          <p:cNvSpPr/>
          <p:nvPr/>
        </p:nvSpPr>
        <p:spPr>
          <a:xfrm>
            <a:off x="5455920" y="4900803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Into Trace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991AD-1A1F-26C9-9505-5DCC7CC97EE6}"/>
              </a:ext>
            </a:extLst>
          </p:cNvPr>
          <p:cNvSpPr/>
          <p:nvPr/>
        </p:nvSpPr>
        <p:spPr>
          <a:xfrm>
            <a:off x="2390394" y="2714244"/>
            <a:ext cx="1600200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Within Aperture?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AA6709-4D44-0BEA-64E5-85B6BA59BFA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192012" y="1284732"/>
            <a:ext cx="0" cy="30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569F8-C115-B148-AA6F-3BCE32F1FC3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5190744" y="2406396"/>
            <a:ext cx="1001268" cy="30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64D1A1-BB21-E8C2-133C-7E4AC2EEAC4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192012" y="2406396"/>
            <a:ext cx="1063752" cy="307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69C622-4885-0884-F04B-753A5CFFFF8F}"/>
              </a:ext>
            </a:extLst>
          </p:cNvPr>
          <p:cNvCxnSpPr>
            <a:cxnSpLocks/>
            <a:stCxn id="11" idx="3"/>
            <a:endCxn id="6" idx="1"/>
          </p:cNvCxnSpPr>
          <p:nvPr/>
        </p:nvCxnSpPr>
        <p:spPr>
          <a:xfrm>
            <a:off x="3990594" y="3121152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5926BE-4921-F3F0-521D-848597F98C34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5190744" y="3528060"/>
            <a:ext cx="0" cy="186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A4A922-C4F9-C3FF-86C0-E6F3D8BBC2EB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190744" y="4528185"/>
            <a:ext cx="1065276" cy="372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976DBF-6F1D-E923-AF66-58EC4AC7067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6256020" y="4528185"/>
            <a:ext cx="999744" cy="372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B52E22-7D7E-E763-B586-F6E40C5A56F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7255764" y="3528060"/>
            <a:ext cx="0" cy="186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3F6719-D817-EA79-EA87-BD1C2EC2C4BE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5990844" y="3121152"/>
            <a:ext cx="4648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61228A3-E7FF-E0B5-0A2B-344D744E7769}"/>
              </a:ext>
            </a:extLst>
          </p:cNvPr>
          <p:cNvSpPr/>
          <p:nvPr/>
        </p:nvSpPr>
        <p:spPr>
          <a:xfrm>
            <a:off x="3099816" y="3547872"/>
            <a:ext cx="1289304" cy="660809"/>
          </a:xfrm>
          <a:custGeom>
            <a:avLst/>
            <a:gdLst>
              <a:gd name="csX0" fmla="*/ 1289304 w 1289304"/>
              <a:gd name="csY0" fmla="*/ 576072 h 660809"/>
              <a:gd name="csX1" fmla="*/ 219456 w 1289304"/>
              <a:gd name="csY1" fmla="*/ 612648 h 660809"/>
              <a:gd name="csX2" fmla="*/ 0 w 1289304"/>
              <a:gd name="csY2" fmla="*/ 0 h 660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89304" h="660809">
                <a:moveTo>
                  <a:pt x="1289304" y="576072"/>
                </a:moveTo>
                <a:cubicBezTo>
                  <a:pt x="861822" y="642366"/>
                  <a:pt x="434340" y="708660"/>
                  <a:pt x="219456" y="612648"/>
                </a:cubicBezTo>
                <a:cubicBezTo>
                  <a:pt x="4572" y="516636"/>
                  <a:pt x="0" y="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E144D89-A824-F574-A9D7-0D3DDA9587A3}"/>
              </a:ext>
            </a:extLst>
          </p:cNvPr>
          <p:cNvSpPr/>
          <p:nvPr/>
        </p:nvSpPr>
        <p:spPr>
          <a:xfrm>
            <a:off x="3099816" y="3127248"/>
            <a:ext cx="1060704" cy="624773"/>
          </a:xfrm>
          <a:custGeom>
            <a:avLst/>
            <a:gdLst>
              <a:gd name="csX0" fmla="*/ 877824 w 1060704"/>
              <a:gd name="csY0" fmla="*/ 0 h 624773"/>
              <a:gd name="csX1" fmla="*/ 1060704 w 1060704"/>
              <a:gd name="csY1" fmla="*/ 246888 h 624773"/>
              <a:gd name="csX2" fmla="*/ 877824 w 1060704"/>
              <a:gd name="csY2" fmla="*/ 621792 h 624773"/>
              <a:gd name="csX3" fmla="*/ 0 w 1060704"/>
              <a:gd name="csY3" fmla="*/ 420624 h 6247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0704" h="624773">
                <a:moveTo>
                  <a:pt x="877824" y="0"/>
                </a:moveTo>
                <a:cubicBezTo>
                  <a:pt x="969264" y="71628"/>
                  <a:pt x="1060704" y="143256"/>
                  <a:pt x="1060704" y="246888"/>
                </a:cubicBezTo>
                <a:cubicBezTo>
                  <a:pt x="1060704" y="350520"/>
                  <a:pt x="1054608" y="592836"/>
                  <a:pt x="877824" y="621792"/>
                </a:cubicBezTo>
                <a:cubicBezTo>
                  <a:pt x="701040" y="650748"/>
                  <a:pt x="158496" y="460248"/>
                  <a:pt x="0" y="42062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6AF8BE-A155-3769-E0B2-D485801F9D4A}"/>
              </a:ext>
            </a:extLst>
          </p:cNvPr>
          <p:cNvSpPr/>
          <p:nvPr/>
        </p:nvSpPr>
        <p:spPr>
          <a:xfrm>
            <a:off x="2295144" y="2615184"/>
            <a:ext cx="3800847" cy="202996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835966A-84F2-7F09-C9B2-AB130704BEC2}"/>
              </a:ext>
            </a:extLst>
          </p:cNvPr>
          <p:cNvSpPr/>
          <p:nvPr/>
        </p:nvSpPr>
        <p:spPr>
          <a:xfrm>
            <a:off x="6336792" y="2615184"/>
            <a:ext cx="1854699" cy="202996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71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Byrne</dc:creator>
  <cp:lastModifiedBy>Duncan Byrne</cp:lastModifiedBy>
  <cp:revision>1</cp:revision>
  <dcterms:created xsi:type="dcterms:W3CDTF">2026-02-24T16:45:13Z</dcterms:created>
  <dcterms:modified xsi:type="dcterms:W3CDTF">2026-02-26T22:37:45Z</dcterms:modified>
</cp:coreProperties>
</file>